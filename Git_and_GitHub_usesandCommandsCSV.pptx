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8" r:id="rId8"/>
    <p:sldId id="272" r:id="rId9"/>
    <p:sldId id="273" r:id="rId10"/>
    <p:sldId id="275" r:id="rId11"/>
    <p:sldId id="279" r:id="rId12"/>
    <p:sldId id="282" r:id="rId13"/>
    <p:sldId id="28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6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8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1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7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5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6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8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0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9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77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9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5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54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Git &amp; GitHub </a:t>
            </a:r>
            <a:r>
              <a:rPr lang="en-IN" dirty="0"/>
              <a:t>Uses&amp; commands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Done by Chelluri Sai Vishal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7980" y="1041580"/>
            <a:ext cx="4266019" cy="891687"/>
          </a:xfrm>
        </p:spPr>
        <p:txBody>
          <a:bodyPr>
            <a:normAutofit fontScale="90000"/>
          </a:bodyPr>
          <a:lstStyle/>
          <a:p>
            <a:r>
              <a:rPr dirty="0"/>
              <a:t>What is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981" y="2105875"/>
            <a:ext cx="4128368" cy="3557506"/>
          </a:xfrm>
        </p:spPr>
        <p:txBody>
          <a:bodyPr/>
          <a:lstStyle/>
          <a:p>
            <a:r>
              <a:rPr dirty="0"/>
              <a:t>• Tracks file changes over time</a:t>
            </a:r>
          </a:p>
          <a:p>
            <a:r>
              <a:rPr dirty="0"/>
              <a:t>• Allows rollback</a:t>
            </a:r>
          </a:p>
          <a:p>
            <a:r>
              <a:rPr dirty="0"/>
              <a:t>• Enables teamwork</a:t>
            </a:r>
          </a:p>
          <a:p>
            <a:r>
              <a:rPr dirty="0"/>
              <a:t>• Prevents data loss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D795D7-ED55-039E-97C0-B0992321B756}"/>
              </a:ext>
            </a:extLst>
          </p:cNvPr>
          <p:cNvSpPr txBox="1">
            <a:spLocks/>
          </p:cNvSpPr>
          <p:nvPr/>
        </p:nvSpPr>
        <p:spPr>
          <a:xfrm>
            <a:off x="920496" y="7376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What is Git?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8E56E7-020C-770D-375C-71895C4E8BF0}"/>
              </a:ext>
            </a:extLst>
          </p:cNvPr>
          <p:cNvSpPr txBox="1">
            <a:spLocks/>
          </p:cNvSpPr>
          <p:nvPr/>
        </p:nvSpPr>
        <p:spPr>
          <a:xfrm>
            <a:off x="768095" y="2082276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Distributed Version Control System</a:t>
            </a:r>
          </a:p>
          <a:p>
            <a:r>
              <a:rPr lang="en-US" dirty="0"/>
              <a:t>• Created by Linus Torvalds</a:t>
            </a:r>
          </a:p>
          <a:p>
            <a:r>
              <a:rPr lang="en-US" dirty="0"/>
              <a:t>• Fast and secure</a:t>
            </a:r>
          </a:p>
          <a:p>
            <a:r>
              <a:rPr lang="en-US" dirty="0"/>
              <a:t>• Industry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Git:</a:t>
            </a:r>
          </a:p>
          <a:p>
            <a:r>
              <a:rPr dirty="0"/>
              <a:t>• Local tool</a:t>
            </a:r>
          </a:p>
          <a:p>
            <a:r>
              <a:rPr dirty="0"/>
              <a:t>• Version control</a:t>
            </a:r>
          </a:p>
          <a:p>
            <a:endParaRPr dirty="0"/>
          </a:p>
          <a:p>
            <a:r>
              <a:rPr dirty="0"/>
              <a:t>GitHub:</a:t>
            </a:r>
          </a:p>
          <a:p>
            <a:r>
              <a:rPr dirty="0"/>
              <a:t>• Online platform</a:t>
            </a:r>
          </a:p>
          <a:p>
            <a:r>
              <a:rPr dirty="0"/>
              <a:t>• Collaboration &amp; backup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2FAF8C-ECDD-93A4-30D2-85AA64DCD7AC}"/>
              </a:ext>
            </a:extLst>
          </p:cNvPr>
          <p:cNvSpPr txBox="1">
            <a:spLocks/>
          </p:cNvSpPr>
          <p:nvPr/>
        </p:nvSpPr>
        <p:spPr>
          <a:xfrm>
            <a:off x="4413123" y="585216"/>
            <a:ext cx="4730876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Check Git Installation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CBA96F-A71A-C27D-AB92-B7F6C60B7DB4}"/>
              </a:ext>
            </a:extLst>
          </p:cNvPr>
          <p:cNvSpPr txBox="1">
            <a:spLocks/>
          </p:cNvSpPr>
          <p:nvPr/>
        </p:nvSpPr>
        <p:spPr>
          <a:xfrm>
            <a:off x="4413123" y="2286000"/>
            <a:ext cx="4730877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Command:</a:t>
            </a:r>
          </a:p>
          <a:p>
            <a:r>
              <a:rPr lang="en-IN"/>
              <a:t> git --version</a:t>
            </a:r>
          </a:p>
          <a:p>
            <a:endParaRPr lang="en-IN"/>
          </a:p>
          <a:p>
            <a:r>
              <a:rPr lang="en-IN"/>
              <a:t>• Confirms installation</a:t>
            </a:r>
          </a:p>
          <a:p>
            <a:r>
              <a:rPr lang="en-IN"/>
              <a:t>• Shows Git 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48640"/>
            <a:ext cx="7290054" cy="1499616"/>
          </a:xfrm>
        </p:spPr>
        <p:txBody>
          <a:bodyPr/>
          <a:lstStyle/>
          <a:p>
            <a:r>
              <a:rPr dirty="0"/>
              <a:t>Git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773936"/>
            <a:ext cx="7290055" cy="2089355"/>
          </a:xfrm>
        </p:spPr>
        <p:txBody>
          <a:bodyPr/>
          <a:lstStyle/>
          <a:p>
            <a:r>
              <a:rPr dirty="0"/>
              <a:t>Commands:</a:t>
            </a:r>
          </a:p>
          <a:p>
            <a:r>
              <a:rPr dirty="0"/>
              <a:t> git config --global user.name "Your Name"</a:t>
            </a:r>
          </a:p>
          <a:p>
            <a:r>
              <a:rPr dirty="0"/>
              <a:t> git config --global </a:t>
            </a:r>
            <a:r>
              <a:rPr dirty="0" err="1"/>
              <a:t>user.email</a:t>
            </a:r>
            <a:r>
              <a:rPr dirty="0"/>
              <a:t> "email@example.com"</a:t>
            </a:r>
          </a:p>
          <a:p>
            <a:r>
              <a:rPr dirty="0"/>
              <a:t>• Required before commit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9EB3E1-F396-C9A3-B989-EEC7EC6D56FB}"/>
              </a:ext>
            </a:extLst>
          </p:cNvPr>
          <p:cNvSpPr txBox="1">
            <a:spLocks/>
          </p:cNvSpPr>
          <p:nvPr/>
        </p:nvSpPr>
        <p:spPr>
          <a:xfrm>
            <a:off x="650109" y="3863291"/>
            <a:ext cx="7290054" cy="946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Initialize Repository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B66D84-945D-406D-6562-92E457F5E576}"/>
              </a:ext>
            </a:extLst>
          </p:cNvPr>
          <p:cNvSpPr txBox="1">
            <a:spLocks/>
          </p:cNvSpPr>
          <p:nvPr/>
        </p:nvSpPr>
        <p:spPr>
          <a:xfrm>
            <a:off x="768096" y="4661965"/>
            <a:ext cx="7290055" cy="180421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</a:t>
            </a:r>
          </a:p>
          <a:p>
            <a:r>
              <a:rPr lang="en-US" dirty="0"/>
              <a:t> 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• Creates .git folder</a:t>
            </a:r>
          </a:p>
          <a:p>
            <a:r>
              <a:rPr lang="en-US" dirty="0"/>
              <a:t>• Starts tracking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</a:t>
            </a:r>
          </a:p>
          <a:p>
            <a:r>
              <a:t> touch index.html</a:t>
            </a:r>
          </a:p>
          <a:p>
            <a:r>
              <a:t> touch app.py</a:t>
            </a:r>
          </a:p>
          <a:p>
            <a:endParaRPr/>
          </a:p>
          <a:p>
            <a:r>
              <a:t>• Files are untracked initially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F30704-2D7E-62AB-9CB2-5540A4A68A28}"/>
              </a:ext>
            </a:extLst>
          </p:cNvPr>
          <p:cNvSpPr txBox="1">
            <a:spLocks/>
          </p:cNvSpPr>
          <p:nvPr/>
        </p:nvSpPr>
        <p:spPr>
          <a:xfrm>
            <a:off x="4413123" y="698484"/>
            <a:ext cx="4730876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Check Status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14D490-A14D-14D1-583F-5249D48B75C4}"/>
              </a:ext>
            </a:extLst>
          </p:cNvPr>
          <p:cNvSpPr txBox="1">
            <a:spLocks/>
          </p:cNvSpPr>
          <p:nvPr/>
        </p:nvSpPr>
        <p:spPr>
          <a:xfrm>
            <a:off x="4413123" y="2399268"/>
            <a:ext cx="4730877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Command:</a:t>
            </a:r>
          </a:p>
          <a:p>
            <a:r>
              <a:rPr lang="en-US"/>
              <a:t> git status</a:t>
            </a:r>
          </a:p>
          <a:p>
            <a:endParaRPr lang="en-US"/>
          </a:p>
          <a:p>
            <a:r>
              <a:rPr lang="en-US"/>
              <a:t>• Shows untracked, staged &amp; modified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Commands:</a:t>
            </a:r>
          </a:p>
          <a:p>
            <a:r>
              <a:rPr dirty="0"/>
              <a:t> git add file.txt</a:t>
            </a:r>
          </a:p>
          <a:p>
            <a:r>
              <a:rPr dirty="0"/>
              <a:t> git add .</a:t>
            </a:r>
          </a:p>
          <a:p>
            <a:r>
              <a:rPr dirty="0"/>
              <a:t>• Moves files to staging area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590F68-D1A9-EE64-A87C-07453F9F4B5B}"/>
              </a:ext>
            </a:extLst>
          </p:cNvPr>
          <p:cNvSpPr txBox="1">
            <a:spLocks/>
          </p:cNvSpPr>
          <p:nvPr/>
        </p:nvSpPr>
        <p:spPr>
          <a:xfrm>
            <a:off x="4730877" y="565748"/>
            <a:ext cx="441312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Commit Changes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3803F-24D9-1499-F0BC-1498DF55DCF5}"/>
              </a:ext>
            </a:extLst>
          </p:cNvPr>
          <p:cNvSpPr txBox="1">
            <a:spLocks/>
          </p:cNvSpPr>
          <p:nvPr/>
        </p:nvSpPr>
        <p:spPr>
          <a:xfrm>
            <a:off x="4730877" y="2266532"/>
            <a:ext cx="441312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 git commit -m "message"</a:t>
            </a:r>
          </a:p>
          <a:p>
            <a:r>
              <a:rPr lang="en-US" dirty="0"/>
              <a:t>• Saves snapshot</a:t>
            </a:r>
          </a:p>
          <a:p>
            <a:r>
              <a:rPr lang="en-US" dirty="0"/>
              <a:t>• Each commit has unique ID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83F1E9-24D0-F99A-7DEE-2E2FE545DA21}"/>
              </a:ext>
            </a:extLst>
          </p:cNvPr>
          <p:cNvSpPr txBox="1">
            <a:spLocks/>
          </p:cNvSpPr>
          <p:nvPr/>
        </p:nvSpPr>
        <p:spPr>
          <a:xfrm>
            <a:off x="4730877" y="4142286"/>
            <a:ext cx="4315180" cy="57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View Commit History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7E0DFF-E84C-5AD2-AED7-75AB5DC20179}"/>
              </a:ext>
            </a:extLst>
          </p:cNvPr>
          <p:cNvSpPr txBox="1">
            <a:spLocks/>
          </p:cNvSpPr>
          <p:nvPr/>
        </p:nvSpPr>
        <p:spPr>
          <a:xfrm>
            <a:off x="4779847" y="5046657"/>
            <a:ext cx="4315181" cy="154858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git log</a:t>
            </a:r>
          </a:p>
          <a:p>
            <a:r>
              <a:rPr lang="en-US" dirty="0"/>
              <a:t>• Shows commit history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Branches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Parallel development</a:t>
            </a:r>
          </a:p>
          <a:p>
            <a:r>
              <a:t>• Default branch: main</a:t>
            </a:r>
          </a:p>
          <a:p>
            <a:r>
              <a:t>• Safe feature development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28AFBD-11F7-A1A9-F24D-06BA7B2FB532}"/>
              </a:ext>
            </a:extLst>
          </p:cNvPr>
          <p:cNvSpPr txBox="1">
            <a:spLocks/>
          </p:cNvSpPr>
          <p:nvPr/>
        </p:nvSpPr>
        <p:spPr>
          <a:xfrm>
            <a:off x="5094290" y="630936"/>
            <a:ext cx="4454013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Create Branch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208343-94FE-1C29-3FDE-C3A8969048B9}"/>
              </a:ext>
            </a:extLst>
          </p:cNvPr>
          <p:cNvSpPr txBox="1">
            <a:spLocks/>
          </p:cNvSpPr>
          <p:nvPr/>
        </p:nvSpPr>
        <p:spPr>
          <a:xfrm>
            <a:off x="5094290" y="2336636"/>
            <a:ext cx="4138201" cy="9586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git branch feature-branch</a:t>
            </a:r>
          </a:p>
          <a:p>
            <a:r>
              <a:rPr lang="en-US" dirty="0"/>
              <a:t>• Creates new branch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0D2F1E-4B57-ACAA-DBCD-5B98CB1D848C}"/>
              </a:ext>
            </a:extLst>
          </p:cNvPr>
          <p:cNvSpPr txBox="1">
            <a:spLocks/>
          </p:cNvSpPr>
          <p:nvPr/>
        </p:nvSpPr>
        <p:spPr>
          <a:xfrm>
            <a:off x="679606" y="3647966"/>
            <a:ext cx="3253298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Switch Branch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A2948C-8ACA-A973-7886-7432CF6243FB}"/>
              </a:ext>
            </a:extLst>
          </p:cNvPr>
          <p:cNvSpPr txBox="1">
            <a:spLocks/>
          </p:cNvSpPr>
          <p:nvPr/>
        </p:nvSpPr>
        <p:spPr>
          <a:xfrm>
            <a:off x="679606" y="5073447"/>
            <a:ext cx="4266020" cy="88981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git checkout feature-branch</a:t>
            </a:r>
          </a:p>
          <a:p>
            <a:r>
              <a:rPr lang="en-US" dirty="0"/>
              <a:t>• Moves HEAD to branch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B8730E7-05B8-6010-07CD-4C7CF9F664A3}"/>
              </a:ext>
            </a:extLst>
          </p:cNvPr>
          <p:cNvSpPr txBox="1">
            <a:spLocks/>
          </p:cNvSpPr>
          <p:nvPr/>
        </p:nvSpPr>
        <p:spPr>
          <a:xfrm>
            <a:off x="5094289" y="3496449"/>
            <a:ext cx="299765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Merge Branch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4E312B-2FB8-BBCA-6D99-C710300E7E78}"/>
              </a:ext>
            </a:extLst>
          </p:cNvPr>
          <p:cNvSpPr txBox="1">
            <a:spLocks/>
          </p:cNvSpPr>
          <p:nvPr/>
        </p:nvSpPr>
        <p:spPr>
          <a:xfrm>
            <a:off x="5094290" y="5011698"/>
            <a:ext cx="4049710" cy="86032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 git merge feature-branch</a:t>
            </a:r>
          </a:p>
          <a:p>
            <a:r>
              <a:rPr lang="en-US" dirty="0"/>
              <a:t>• Combines branches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repository hosting</a:t>
            </a:r>
          </a:p>
          <a:p>
            <a:r>
              <a:t>• Collaboration platform</a:t>
            </a:r>
          </a:p>
          <a:p>
            <a:r>
              <a:t>• Backup for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Remote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4629814" cy="811161"/>
          </a:xfrm>
        </p:spPr>
        <p:txBody>
          <a:bodyPr>
            <a:normAutofit lnSpcReduction="10000"/>
          </a:bodyPr>
          <a:lstStyle/>
          <a:p>
            <a:r>
              <a:rPr dirty="0"/>
              <a:t>Command:</a:t>
            </a:r>
            <a:r>
              <a:rPr lang="en-IN" dirty="0"/>
              <a:t>  </a:t>
            </a:r>
            <a:r>
              <a:rPr dirty="0"/>
              <a:t>git remote add origin </a:t>
            </a:r>
            <a:r>
              <a:rPr dirty="0" err="1"/>
              <a:t>repo_url</a:t>
            </a:r>
            <a:endParaRPr dirty="0"/>
          </a:p>
          <a:p>
            <a:r>
              <a:rPr dirty="0"/>
              <a:t>• Connects local to GitHub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CA59E5-B7A2-BB0A-CA99-DC5E906F66BF}"/>
              </a:ext>
            </a:extLst>
          </p:cNvPr>
          <p:cNvSpPr txBox="1">
            <a:spLocks/>
          </p:cNvSpPr>
          <p:nvPr/>
        </p:nvSpPr>
        <p:spPr>
          <a:xfrm>
            <a:off x="768097" y="3298329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Check Remote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DC207-7AFC-DB0B-A48A-8C7FF8B97508}"/>
              </a:ext>
            </a:extLst>
          </p:cNvPr>
          <p:cNvSpPr txBox="1">
            <a:spLocks/>
          </p:cNvSpPr>
          <p:nvPr/>
        </p:nvSpPr>
        <p:spPr>
          <a:xfrm>
            <a:off x="768097" y="4506270"/>
            <a:ext cx="5170588" cy="98568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git remote -v</a:t>
            </a:r>
          </a:p>
          <a:p>
            <a:r>
              <a:rPr lang="en-US" dirty="0"/>
              <a:t>• Verifies remote URL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3803904" cy="1143000"/>
          </a:xfrm>
        </p:spPr>
        <p:txBody>
          <a:bodyPr/>
          <a:lstStyle/>
          <a:p>
            <a:r>
              <a:rPr dirty="0"/>
              <a:t>Command:</a:t>
            </a:r>
            <a:r>
              <a:rPr lang="en-IN" dirty="0"/>
              <a:t> </a:t>
            </a:r>
            <a:r>
              <a:rPr dirty="0"/>
              <a:t>git push origin main</a:t>
            </a:r>
          </a:p>
          <a:p>
            <a:r>
              <a:rPr dirty="0"/>
              <a:t>• Uploads commits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A49F82-64ED-FA8A-725F-2B07537E0F97}"/>
              </a:ext>
            </a:extLst>
          </p:cNvPr>
          <p:cNvSpPr txBox="1">
            <a:spLocks/>
          </p:cNvSpPr>
          <p:nvPr/>
        </p:nvSpPr>
        <p:spPr>
          <a:xfrm>
            <a:off x="5113953" y="551000"/>
            <a:ext cx="4030047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Clone Repository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F780A3-0A19-F3D8-294C-70DFD6B186D2}"/>
              </a:ext>
            </a:extLst>
          </p:cNvPr>
          <p:cNvSpPr txBox="1">
            <a:spLocks/>
          </p:cNvSpPr>
          <p:nvPr/>
        </p:nvSpPr>
        <p:spPr>
          <a:xfrm>
            <a:off x="5113954" y="2251784"/>
            <a:ext cx="3685917" cy="92403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Command: git clone </a:t>
            </a:r>
            <a:r>
              <a:rPr lang="en-US" dirty="0" err="1"/>
              <a:t>repo_url</a:t>
            </a:r>
            <a:endParaRPr lang="en-US" dirty="0"/>
          </a:p>
          <a:p>
            <a:r>
              <a:rPr lang="en-US" dirty="0"/>
              <a:t>• Copies repo locally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EB9390-5FE9-DA82-F4D5-46C03118284A}"/>
              </a:ext>
            </a:extLst>
          </p:cNvPr>
          <p:cNvSpPr txBox="1">
            <a:spLocks/>
          </p:cNvSpPr>
          <p:nvPr/>
        </p:nvSpPr>
        <p:spPr>
          <a:xfrm>
            <a:off x="768096" y="3342771"/>
            <a:ext cx="290916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Pull Changes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EB1797-2A24-7CAA-C45A-6CC3DC4AFC5C}"/>
              </a:ext>
            </a:extLst>
          </p:cNvPr>
          <p:cNvSpPr txBox="1">
            <a:spLocks/>
          </p:cNvSpPr>
          <p:nvPr/>
        </p:nvSpPr>
        <p:spPr>
          <a:xfrm>
            <a:off x="768098" y="5043555"/>
            <a:ext cx="3313466" cy="791497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Command: git pull origin main</a:t>
            </a:r>
          </a:p>
          <a:p>
            <a:r>
              <a:rPr lang="en-US"/>
              <a:t>• Fetch + merge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FC213D-5F39-D7ED-FDD9-42DFD65DCE35}"/>
              </a:ext>
            </a:extLst>
          </p:cNvPr>
          <p:cNvSpPr txBox="1">
            <a:spLocks/>
          </p:cNvSpPr>
          <p:nvPr/>
        </p:nvSpPr>
        <p:spPr>
          <a:xfrm>
            <a:off x="5220927" y="3273553"/>
            <a:ext cx="2928833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Fetch Changes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0D17EF-3C00-9918-5B9E-DDE5C07E66EA}"/>
              </a:ext>
            </a:extLst>
          </p:cNvPr>
          <p:cNvSpPr txBox="1">
            <a:spLocks/>
          </p:cNvSpPr>
          <p:nvPr/>
        </p:nvSpPr>
        <p:spPr>
          <a:xfrm>
            <a:off x="5220927" y="4974337"/>
            <a:ext cx="3154975" cy="89965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Command: git fetch</a:t>
            </a:r>
          </a:p>
          <a:p>
            <a:r>
              <a:rPr lang="en-US"/>
              <a:t>• Downloads updates safely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3282794" cy="1143000"/>
          </a:xfrm>
        </p:spPr>
        <p:txBody>
          <a:bodyPr/>
          <a:lstStyle/>
          <a:p>
            <a:r>
              <a:rPr dirty="0"/>
              <a:t>Command: git diff</a:t>
            </a:r>
          </a:p>
          <a:p>
            <a:r>
              <a:rPr dirty="0"/>
              <a:t>• Shows line-by-line changes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C53B0B-1A62-3DCD-4D8C-E5C0ED34BC55}"/>
              </a:ext>
            </a:extLst>
          </p:cNvPr>
          <p:cNvSpPr txBox="1">
            <a:spLocks/>
          </p:cNvSpPr>
          <p:nvPr/>
        </p:nvSpPr>
        <p:spPr>
          <a:xfrm>
            <a:off x="5576070" y="585216"/>
            <a:ext cx="2928833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Undo Changes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A3FE86-FEB4-B69C-8392-C0B116DD2100}"/>
              </a:ext>
            </a:extLst>
          </p:cNvPr>
          <p:cNvSpPr txBox="1">
            <a:spLocks/>
          </p:cNvSpPr>
          <p:nvPr/>
        </p:nvSpPr>
        <p:spPr>
          <a:xfrm>
            <a:off x="5576071" y="2286000"/>
            <a:ext cx="2525710" cy="266945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Commands:</a:t>
            </a:r>
          </a:p>
          <a:p>
            <a:r>
              <a:rPr lang="en-US" dirty="0"/>
              <a:t> git reset</a:t>
            </a:r>
          </a:p>
          <a:p>
            <a:r>
              <a:rPr lang="en-US" dirty="0"/>
              <a:t> git revert </a:t>
            </a:r>
            <a:r>
              <a:rPr lang="en-US" dirty="0" err="1"/>
              <a:t>commit_id</a:t>
            </a:r>
            <a:endParaRPr lang="en-US" dirty="0"/>
          </a:p>
          <a:p>
            <a:r>
              <a:rPr lang="en-US" dirty="0"/>
              <a:t>• Reset removes</a:t>
            </a:r>
          </a:p>
          <a:p>
            <a:r>
              <a:rPr lang="en-US" dirty="0"/>
              <a:t>• Revert is safe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1F25D4-2C69-E4FE-67CD-3C31E64409B2}"/>
              </a:ext>
            </a:extLst>
          </p:cNvPr>
          <p:cNvSpPr txBox="1">
            <a:spLocks/>
          </p:cNvSpPr>
          <p:nvPr/>
        </p:nvSpPr>
        <p:spPr>
          <a:xfrm>
            <a:off x="768097" y="3328417"/>
            <a:ext cx="3066485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Stash Changes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443C9F-6D06-FBF4-C466-77E612DC198D}"/>
              </a:ext>
            </a:extLst>
          </p:cNvPr>
          <p:cNvSpPr txBox="1">
            <a:spLocks/>
          </p:cNvSpPr>
          <p:nvPr/>
        </p:nvSpPr>
        <p:spPr>
          <a:xfrm>
            <a:off x="768098" y="4498259"/>
            <a:ext cx="2958330" cy="223683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Commands:</a:t>
            </a:r>
          </a:p>
          <a:p>
            <a:r>
              <a:rPr lang="en-US" dirty="0"/>
              <a:t> git stash</a:t>
            </a:r>
          </a:p>
          <a:p>
            <a:r>
              <a:rPr lang="en-US" dirty="0"/>
              <a:t> git stash pop</a:t>
            </a:r>
          </a:p>
          <a:p>
            <a:endParaRPr lang="en-US" dirty="0"/>
          </a:p>
          <a:p>
            <a:r>
              <a:rPr lang="en-US" dirty="0"/>
              <a:t>• Temporary save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Ignore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1907752"/>
            <a:ext cx="7290055" cy="4023360"/>
          </a:xfr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gitignore</a:t>
            </a:r>
            <a:endParaRPr dirty="0"/>
          </a:p>
          <a:p>
            <a:r>
              <a:rPr dirty="0"/>
              <a:t>• </a:t>
            </a:r>
            <a:r>
              <a:rPr dirty="0" err="1"/>
              <a:t>node_modules</a:t>
            </a:r>
            <a:r>
              <a:rPr dirty="0"/>
              <a:t>/</a:t>
            </a:r>
          </a:p>
          <a:p>
            <a:r>
              <a:rPr dirty="0"/>
              <a:t>• .env</a:t>
            </a:r>
          </a:p>
          <a:p>
            <a:r>
              <a:rPr dirty="0"/>
              <a:t>• *.log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FC205A-8B41-2C80-9FAE-E275F9BEA657}"/>
              </a:ext>
            </a:extLst>
          </p:cNvPr>
          <p:cNvSpPr txBox="1">
            <a:spLocks/>
          </p:cNvSpPr>
          <p:nvPr/>
        </p:nvSpPr>
        <p:spPr>
          <a:xfrm>
            <a:off x="5447071" y="548640"/>
            <a:ext cx="2928833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Git Workflow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65E6E6-1D22-48E4-7203-1BDE981777DD}"/>
              </a:ext>
            </a:extLst>
          </p:cNvPr>
          <p:cNvSpPr txBox="1">
            <a:spLocks/>
          </p:cNvSpPr>
          <p:nvPr/>
        </p:nvSpPr>
        <p:spPr>
          <a:xfrm>
            <a:off x="5447071" y="1873339"/>
            <a:ext cx="2181581" cy="218767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1. Create files</a:t>
            </a:r>
          </a:p>
          <a:p>
            <a:r>
              <a:rPr lang="en-US" dirty="0"/>
              <a:t>2. git status</a:t>
            </a:r>
          </a:p>
          <a:p>
            <a:r>
              <a:rPr lang="en-US" dirty="0"/>
              <a:t>3. git add</a:t>
            </a:r>
          </a:p>
          <a:p>
            <a:r>
              <a:rPr lang="en-US" dirty="0"/>
              <a:t>4. git commit</a:t>
            </a:r>
          </a:p>
          <a:p>
            <a:r>
              <a:rPr lang="en-US" dirty="0"/>
              <a:t>5. git push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341F41-9BF8-7412-31A4-4D886C9A7938}"/>
              </a:ext>
            </a:extLst>
          </p:cNvPr>
          <p:cNvSpPr txBox="1">
            <a:spLocks/>
          </p:cNvSpPr>
          <p:nvPr/>
        </p:nvSpPr>
        <p:spPr>
          <a:xfrm>
            <a:off x="768096" y="3888461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Why Git is Important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940BB2-E4E8-AFEC-65D8-3CB08C161D9A}"/>
              </a:ext>
            </a:extLst>
          </p:cNvPr>
          <p:cNvSpPr txBox="1">
            <a:spLocks/>
          </p:cNvSpPr>
          <p:nvPr/>
        </p:nvSpPr>
        <p:spPr>
          <a:xfrm>
            <a:off x="768097" y="5127129"/>
            <a:ext cx="4334846" cy="13814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• Essential for jobs</a:t>
            </a:r>
          </a:p>
          <a:p>
            <a:r>
              <a:rPr lang="en-US"/>
              <a:t>• Team collaboration</a:t>
            </a:r>
          </a:p>
          <a:p>
            <a:r>
              <a:rPr lang="en-US"/>
              <a:t>• Used in AI/ML &amp; software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manages versions</a:t>
            </a:r>
          </a:p>
          <a:p>
            <a:r>
              <a:t>• GitHub enables collaboration</a:t>
            </a:r>
          </a:p>
          <a:p>
            <a:r>
              <a:t>• Industry standard tools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</TotalTime>
  <Words>479</Words>
  <Application>Microsoft Office PowerPoint</Application>
  <PresentationFormat>On-screen Show (4:3)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Tw Cen MT Condensed</vt:lpstr>
      <vt:lpstr>Wingdings 3</vt:lpstr>
      <vt:lpstr>Integral</vt:lpstr>
      <vt:lpstr>Git &amp; GitHub Uses&amp; commands</vt:lpstr>
      <vt:lpstr>What is Version Control?</vt:lpstr>
      <vt:lpstr>Git vs GitHub</vt:lpstr>
      <vt:lpstr>Git Configuration</vt:lpstr>
      <vt:lpstr>Create Files</vt:lpstr>
      <vt:lpstr>Stage Files</vt:lpstr>
      <vt:lpstr>Branches in Git</vt:lpstr>
      <vt:lpstr>What is GitHub?</vt:lpstr>
      <vt:lpstr>Add Remote Repository</vt:lpstr>
      <vt:lpstr>Push to GitHub</vt:lpstr>
      <vt:lpstr>View Differences</vt:lpstr>
      <vt:lpstr>Ignore Files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– Complete Guide</dc:title>
  <dc:subject/>
  <dc:creator>Tanuja Pammina</dc:creator>
  <cp:keywords/>
  <dc:description>generated using python-pptx</dc:description>
  <cp:lastModifiedBy>Sai Vishal Chelluri</cp:lastModifiedBy>
  <cp:revision>4</cp:revision>
  <dcterms:created xsi:type="dcterms:W3CDTF">2013-01-27T09:14:16Z</dcterms:created>
  <dcterms:modified xsi:type="dcterms:W3CDTF">2026-02-02T13:35:17Z</dcterms:modified>
  <cp:category/>
</cp:coreProperties>
</file>